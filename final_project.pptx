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528D-666B-A318-EBFE-C15202D15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78709-0C1E-F991-406A-40DBC7875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5E172-B02E-5583-A340-FAF24715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0F1A-A481-3D96-CD8A-A5B54785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92529-DEFC-F585-D8A9-129BCAF6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8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CEA4-9A22-D8BB-E1E7-2C21D12E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DE11-9E8B-9C6B-9E1C-9033480F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B5C63-D51E-13E4-8AC2-D89C7BC3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53630-B3ED-0379-B49A-0C6A3F45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0452-A2DF-811C-9292-3C6AA6B1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91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0233-7139-8D49-2133-677EEE5D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BE96E-01C1-C9E9-3BB5-89A67D6E1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210DB-4103-43CC-44EB-CC2D1BE2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594DE-4ED4-4C18-218D-EEBD7061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A548-33DA-56B1-0E26-EBD08B8A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6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C19A-F29D-6D7A-B173-AF227A63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D531D-A4B1-E8C3-3F15-DB70E7D8E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0BE0B-456C-88A6-174A-4B6213364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68A28-2A67-6D00-4694-95C660F2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D2ADD-A5DA-6839-2947-3AB14D1B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0BF23-2462-0645-BFD2-960CA5F4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7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8EA90-0366-8606-3F93-9336789C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0ECB5-6655-5F13-7683-24AE42AB3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026B5-C594-3915-D1F1-9AF1298F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6A1D8-C9A3-0908-0464-E3B326364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B1A65-A58A-128F-25B2-6E7354E7C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35211-70AC-8116-1281-3C1B3EAC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04A54-81E4-2583-7734-D9AFAE9D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93487-EAA8-CB7A-DD4D-54F092128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26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E8E6-0763-5B4D-0863-4F13D8C7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8E727-6EBF-A282-6B87-64C69B2A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0C416-32A8-80F3-AB0D-A4B1DCAD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C9CFD-A868-6C08-84F3-2CB94408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33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D3ADDC-98D2-A1BA-D8C5-A6A56EC5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F7C2C-24A8-C703-3610-BBF9F128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8BE20-1EDC-141B-4C73-27B0DD4C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75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BD86-6FA8-0DC0-72B4-31E4CBB3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D2E6-3E50-8D09-1F12-0C324EB9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705C8-9693-6063-1A25-B816DED50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A2F87-4C23-2F2E-084D-7D3303A7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9813B-6A36-6B15-BA42-5C314273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7BB34-38A6-430A-A7DF-14FCF7F2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92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80B8-3BF6-3DB5-011A-805B84D9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76B92-E068-CE15-E329-281DA2A76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4030F-5970-BF7F-DAFB-59632C1AA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976BE-2DA0-11BC-774F-754C0A76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CBA1-FCE0-A2D7-D70E-688A4DA7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A7D31-4A87-6541-CCC5-8C0DDF56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27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9CBD-0ABC-EB0F-EB63-0DC9BEAF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1D4B5-661A-ECD0-DCE2-AFE8D2DAA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C99F-E22A-A029-BFAA-F0BDC7BE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0122E-6166-AEA1-8BE6-95E26FAC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F3C9E-4091-288E-DC74-4335AA23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48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05A0F-B2CE-E2B1-39AD-DBB4EFB0F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A9A9A-40FD-1D06-DCA1-68C96F64A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04A24-86EE-3B23-3608-35BEC10D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0A71F-A11F-4E94-14CA-F47F50DB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EB8AC-DF3A-C20D-A449-BAB1F5CA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88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650088-F283-B565-2185-8D332B24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559CF-2CD3-53CA-8B31-A0EA217FF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2DB04-8C7C-998D-9575-C8B46C3E9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AD396-EFA5-4184-9705-C05F0F09569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81915-E0C1-70CC-6326-D151AFCBC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DE9B1-CDC3-E9E8-407A-36CD492F0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416E-98F3-43F3-B54A-CA25C3434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8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CF661-CC5F-C82F-55DE-8CB5B2FEF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4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878E-0C40-5085-E4AA-E6190C85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198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3753-4336-1A21-2D16-75BC68D27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C3A2B-9089-2599-7816-425827B3E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0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5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60F5F3-3F57-401A-E549-B8B48FEA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0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0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297D5-2DA9-57D1-4381-E2B8EDC6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1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99F52-CCDD-8386-4A3E-C5AC7650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7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BB6018-109C-F1C4-D404-FC7C4280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3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FC046-C20D-905D-D2B5-0C3486B4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ECC57-3C19-69E3-D59B-EF96BBBB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7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10C1F-0CAC-DF8C-5328-51E44465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3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FD520-943C-ED18-03F3-54F1D26A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64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E9799-70AE-0BC5-1B6E-11BA3D14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63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008A1-100F-E97A-C654-95905DB7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35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M</dc:creator>
  <cp:lastModifiedBy>Priyanka M</cp:lastModifiedBy>
  <cp:revision>2</cp:revision>
  <dcterms:created xsi:type="dcterms:W3CDTF">2025-05-02T11:54:21Z</dcterms:created>
  <dcterms:modified xsi:type="dcterms:W3CDTF">2025-05-02T11:56:11Z</dcterms:modified>
</cp:coreProperties>
</file>